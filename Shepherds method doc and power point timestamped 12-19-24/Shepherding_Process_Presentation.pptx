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41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Shepherding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A Scalable Workflow for Content and Data Integration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Supplemental Materials: Workflow diagrams and presentation for provisional application.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- Automates high-quality content creation and data insights.</a:t>
            </a:r>
          </a:p>
          <a:p>
            <a:r>
              <a:t>- Leverages verified pre-existing data for accurate, error-free outputs.</a:t>
            </a:r>
          </a:p>
          <a:p>
            <a:endParaRPr/>
          </a:p>
          <a:p>
            <a:r>
              <a:t>Benefits:</a:t>
            </a:r>
          </a:p>
          <a:p>
            <a:r>
              <a:t>- Scalable, adaptable, and industry-agnostic.</a:t>
            </a:r>
          </a:p>
          <a:p>
            <a:r>
              <a:t>- Reduces costs while improving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Steps in the Workflow:</a:t>
            </a:r>
          </a:p>
          <a:p>
            <a:r>
              <a:t>1. Input Collection</a:t>
            </a:r>
          </a:p>
          <a:p>
            <a:r>
              <a:t>2. Data Validation</a:t>
            </a:r>
          </a:p>
          <a:p>
            <a:r>
              <a:t>3. Preprocessing</a:t>
            </a:r>
          </a:p>
          <a:p>
            <a:r>
              <a:t>4. Real-Time Data Integration</a:t>
            </a:r>
          </a:p>
          <a:p>
            <a:r>
              <a:t>5. Content Assembly</a:t>
            </a:r>
          </a:p>
          <a:p>
            <a:r>
              <a:t>6. Analytics &amp; Optimization</a:t>
            </a:r>
          </a:p>
          <a:p>
            <a:r>
              <a:t>7. Final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data integration from IoT and APIs.</a:t>
            </a:r>
          </a:p>
          <a:p>
            <a:r>
              <a:t>- Mixing pre-existing, validated content for error-free results.</a:t>
            </a:r>
          </a:p>
          <a:p>
            <a:r>
              <a:t>- Modular structure for scalability.</a:t>
            </a:r>
          </a:p>
          <a:p>
            <a:r>
              <a:t>- Predictive analytics for optimized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Use Cases:</a:t>
            </a:r>
          </a:p>
          <a:p>
            <a:r>
              <a:t>- IoT Analytics: Smart devices and environmental monitoring.</a:t>
            </a:r>
          </a:p>
          <a:p>
            <a:r>
              <a:t>- Financial Dashboards: Market trends and investment insights.</a:t>
            </a:r>
          </a:p>
          <a:p>
            <a:r>
              <a:t>- Marketing: Automated, audience-specific campaigns.</a:t>
            </a:r>
          </a:p>
          <a:p>
            <a:r>
              <a:t>- E-Learning: Interactive modules using public domain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and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validation and iterative feedback loops.</a:t>
            </a:r>
          </a:p>
          <a:p>
            <a:r>
              <a:t>- Quality assurance measures:</a:t>
            </a:r>
          </a:p>
          <a:p>
            <a:r>
              <a:t>  * Automated and manual oversight.</a:t>
            </a:r>
          </a:p>
          <a:p>
            <a:r>
              <a:t>  * Data scoring for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Modular design adapts to:</a:t>
            </a:r>
          </a:p>
          <a:p>
            <a:r>
              <a:t>  * Small business automation.</a:t>
            </a:r>
          </a:p>
          <a:p>
            <a:r>
              <a:t>  * Enterprise-level data needs.</a:t>
            </a:r>
          </a:p>
          <a:p>
            <a:r>
              <a:t>- Example: Scaling affiliate networks with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It's Unique:</a:t>
            </a:r>
          </a:p>
          <a:p>
            <a:r>
              <a:t>- Focuses on mixing over generating.</a:t>
            </a:r>
          </a:p>
          <a:p>
            <a:r>
              <a:t>- Error-free outputs driven by verified data.</a:t>
            </a:r>
          </a:p>
          <a:p>
            <a:r>
              <a:t>- Multi-industry adaptability.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Recap:</a:t>
            </a:r>
          </a:p>
          <a:p>
            <a:r>
              <a:rPr dirty="0"/>
              <a:t>- Innovative, efficient, and scalable.</a:t>
            </a:r>
          </a:p>
          <a:p>
            <a:r>
              <a:rPr dirty="0"/>
              <a:t>- Ready to transform industries.</a:t>
            </a:r>
          </a:p>
          <a:p>
            <a:endParaRPr dirty="0"/>
          </a:p>
          <a:p>
            <a:r>
              <a:rPr dirty="0"/>
              <a:t>Call to Action:</a:t>
            </a:r>
          </a:p>
          <a:p>
            <a:r>
              <a:rPr dirty="0"/>
              <a:t>"Patent Pending—Join the Future of Data-Driven Innovation."</a:t>
            </a:r>
          </a:p>
          <a:p>
            <a:endParaRPr dirty="0"/>
          </a:p>
          <a:p>
            <a:r>
              <a:rPr dirty="0"/>
              <a:t>Contact Information:</a:t>
            </a:r>
          </a:p>
          <a:p>
            <a:r>
              <a:rPr lang="en-US" dirty="0"/>
              <a:t>Spencer Southern, Southern Star Pro. Studios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302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The Shepherding Process</vt:lpstr>
      <vt:lpstr>Overview</vt:lpstr>
      <vt:lpstr>Workflow Diagram</vt:lpstr>
      <vt:lpstr>Key Capabilities</vt:lpstr>
      <vt:lpstr>Applications</vt:lpstr>
      <vt:lpstr>Analytics and Quality Control</vt:lpstr>
      <vt:lpstr>Scalability</vt:lpstr>
      <vt:lpstr>Competitive Advantage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Spencer D Southern</cp:lastModifiedBy>
  <cp:revision>2</cp:revision>
  <dcterms:created xsi:type="dcterms:W3CDTF">2013-01-27T09:14:16Z</dcterms:created>
  <dcterms:modified xsi:type="dcterms:W3CDTF">2024-12-20T00:14:36Z</dcterms:modified>
  <cp:category/>
</cp:coreProperties>
</file>